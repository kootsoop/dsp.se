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84"/>
    <p:restoredTop sz="94618"/>
  </p:normalViewPr>
  <p:slideViewPr>
    <p:cSldViewPr snapToGrid="0">
      <p:cViewPr varScale="1">
        <p:scale>
          <a:sx n="210" d="100"/>
          <a:sy n="210" d="100"/>
        </p:scale>
        <p:origin x="9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F99E7-8946-D31B-28F9-4AAA35462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E63FE-EBE9-2285-5EA4-7FA66FFF6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DBC38-1419-8B7A-2022-53499BC2E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703DF-11B1-6545-82DB-D137F07EF03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7F3C2-3EF1-E701-7C6D-7DD8753B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B4003-2921-B6DA-F885-3C8442CC7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289A-9613-8C48-8B07-58AD89BD4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23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4FAD-0226-A15A-35B9-9CF99055B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A0B09-B2FC-2FDA-E7C2-3FDE79F57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D515E-8B9B-3FA3-2DCC-A4731A4F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703DF-11B1-6545-82DB-D137F07EF03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C57E9-ADD8-4E10-AF14-19142E348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CD7F6-2EE8-0A8B-8841-F20F68423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289A-9613-8C48-8B07-58AD89BD4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07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23B11-48F1-9DBD-EE98-ED9F1837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CF02B-CD09-D956-4191-CA18B36A4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B44C6-297A-5E07-E76C-073C57317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703DF-11B1-6545-82DB-D137F07EF03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A19D0-99FF-4E1D-7C9E-EEF940E12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254C6-EB9A-B803-6EAE-D4B49A74B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289A-9613-8C48-8B07-58AD89BD4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45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06B7B-332C-599C-6A94-71A5A540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77D5E-EF99-EE27-25E3-201C11EE6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16D14-14D6-AFA4-EE88-7A73CA087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03A56-EAF8-1EDB-2C71-62B0F6F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703DF-11B1-6545-82DB-D137F07EF03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9F4AE-89AB-3B5E-36C4-CED37A33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DE2C1-F0D0-9937-319D-BE3ED5B8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289A-9613-8C48-8B07-58AD89BD4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09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AE5C1-FA46-D8B1-99CF-9AD9EEBC8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2B7B3-49BA-2631-673B-C317076A2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589B0-8623-D0D3-AB57-283F31520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E558C-3B1E-8CCC-2301-3CD5F8412A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A4CE3-7A1A-7A90-9048-901DD22EF7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35195E-CC1E-F5DC-D08D-012FEDFBF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703DF-11B1-6545-82DB-D137F07EF03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AAD49-CA19-59BC-0643-C50BF6C46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EED867-323E-7FC3-873D-C5FAD96F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289A-9613-8C48-8B07-58AD89BD4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43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3542B-125D-148C-9751-5D1A0853A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12FBA3-F7B1-CDB1-4709-918E5F3F5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703DF-11B1-6545-82DB-D137F07EF03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3BA5B-6259-43C1-C9DD-70B06005E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A50E9-FA9C-108A-09F8-E50AE784B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289A-9613-8C48-8B07-58AD89BD4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4ADA-892D-BA58-1390-101A207C3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703DF-11B1-6545-82DB-D137F07EF03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45A253-ECAD-E3B5-5C67-62245A75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EE7E7-2A44-A040-DDBA-F78BA73A7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289A-9613-8C48-8B07-58AD89BD4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23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CC054-00F9-80C5-0B5E-258110AB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BC3E8-8827-9E19-02E2-6F05D8400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539B3-2C80-D03E-35BD-F5E9747C6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FFF0F-4F21-2F9B-CE49-FCFF1DE7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703DF-11B1-6545-82DB-D137F07EF03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58214-D57E-A8CF-29F4-721475BCF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93266-3828-F1AB-CCF0-118875316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289A-9613-8C48-8B07-58AD89BD4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8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D71BA-5500-2C0B-F242-04AA62F6A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629AB9-38E4-24F9-1404-B96F16F95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C1814-AA38-6350-72C8-F7DB57A63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91CAC-34DA-4D31-8E89-FBBE35377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703DF-11B1-6545-82DB-D137F07EF03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10A0B-19FB-06A1-4B46-1D8DA7C2A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9B303-3F28-BA0D-A084-51F7672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289A-9613-8C48-8B07-58AD89BD4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9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D669B-B7E4-BC23-926B-AD6195CA0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F6769-9957-7DAA-BC42-18897D4CD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6DDEE-5655-303C-4E64-DFE123F83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703DF-11B1-6545-82DB-D137F07EF03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3A7B2-5D39-3AB8-E885-CD5039E95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EE3A8-F061-27C9-8A99-7B718ECCE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289A-9613-8C48-8B07-58AD89BD4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9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94E0AA-933E-C52D-D89B-10FB5600F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AD4A42-6730-D827-DCDA-097855DD4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306DD-EBEC-90ED-DC34-14DA23A4A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703DF-11B1-6545-82DB-D137F07EF03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F60DD-0CE3-44AC-51E7-30416F7F3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335BA-CE46-6858-2DFF-AAA16F284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E289A-9613-8C48-8B07-58AD89BD4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275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1A18D1-AE21-2DB3-9C88-662B00B2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810A3-9263-D453-0C75-62473AE2C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B5D2A-5A61-C6CB-DE33-C5C11B1513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703DF-11B1-6545-82DB-D137F07EF03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13801-E1C2-0390-4C0B-E4BEF6462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803C6-465A-0E8E-04B8-592EB8DDC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E289A-9613-8C48-8B07-58AD89BD4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57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ECFD5B-46C0-B998-1168-9E5B0255A390}"/>
              </a:ext>
            </a:extLst>
          </p:cNvPr>
          <p:cNvSpPr/>
          <p:nvPr/>
        </p:nvSpPr>
        <p:spPr>
          <a:xfrm>
            <a:off x="2144332" y="1970468"/>
            <a:ext cx="585989" cy="379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83E48C-4E9A-96E7-274F-ACA8CE1F3608}"/>
              </a:ext>
            </a:extLst>
          </p:cNvPr>
          <p:cNvSpPr/>
          <p:nvPr/>
        </p:nvSpPr>
        <p:spPr>
          <a:xfrm>
            <a:off x="2742126" y="1970113"/>
            <a:ext cx="585989" cy="379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BD6A15-C6AB-3AF9-D021-7E9CF353E269}"/>
              </a:ext>
            </a:extLst>
          </p:cNvPr>
          <p:cNvSpPr/>
          <p:nvPr/>
        </p:nvSpPr>
        <p:spPr>
          <a:xfrm>
            <a:off x="5683876" y="1970113"/>
            <a:ext cx="585989" cy="379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BA30C-8A2D-FDF9-7276-AF20423EE14F}"/>
              </a:ext>
            </a:extLst>
          </p:cNvPr>
          <p:cNvSpPr/>
          <p:nvPr/>
        </p:nvSpPr>
        <p:spPr>
          <a:xfrm>
            <a:off x="5103878" y="1970113"/>
            <a:ext cx="585989" cy="379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C1B3A8-BAB8-B6BA-5EFA-004DAAF641CF}"/>
              </a:ext>
            </a:extLst>
          </p:cNvPr>
          <p:cNvSpPr/>
          <p:nvPr/>
        </p:nvSpPr>
        <p:spPr>
          <a:xfrm>
            <a:off x="4511898" y="1970113"/>
            <a:ext cx="585989" cy="379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03954C-FCB6-C421-A906-1A15437F123E}"/>
              </a:ext>
            </a:extLst>
          </p:cNvPr>
          <p:cNvSpPr/>
          <p:nvPr/>
        </p:nvSpPr>
        <p:spPr>
          <a:xfrm>
            <a:off x="3925909" y="1970113"/>
            <a:ext cx="585989" cy="379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801536-028D-7D13-428F-3FF990930AA8}"/>
              </a:ext>
            </a:extLst>
          </p:cNvPr>
          <p:cNvSpPr/>
          <p:nvPr/>
        </p:nvSpPr>
        <p:spPr>
          <a:xfrm>
            <a:off x="3339920" y="1970113"/>
            <a:ext cx="585989" cy="379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6D223F3-C059-9AF9-7C68-8DAD04E121ED}"/>
              </a:ext>
            </a:extLst>
          </p:cNvPr>
          <p:cNvSpPr/>
          <p:nvPr/>
        </p:nvSpPr>
        <p:spPr>
          <a:xfrm>
            <a:off x="2013752" y="2223326"/>
            <a:ext cx="261160" cy="2543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121C879-D796-46FB-72CE-8B54085AB245}"/>
              </a:ext>
            </a:extLst>
          </p:cNvPr>
          <p:cNvSpPr/>
          <p:nvPr/>
        </p:nvSpPr>
        <p:spPr>
          <a:xfrm>
            <a:off x="2603114" y="2223326"/>
            <a:ext cx="261160" cy="2543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E23E674-A9FD-DF99-2673-009F37F6B0FB}"/>
              </a:ext>
            </a:extLst>
          </p:cNvPr>
          <p:cNvSpPr/>
          <p:nvPr/>
        </p:nvSpPr>
        <p:spPr>
          <a:xfrm>
            <a:off x="3192476" y="2223326"/>
            <a:ext cx="261160" cy="2543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CD56D55-3726-402A-EA3D-438CF20FB7B7}"/>
              </a:ext>
            </a:extLst>
          </p:cNvPr>
          <p:cNvSpPr/>
          <p:nvPr/>
        </p:nvSpPr>
        <p:spPr>
          <a:xfrm>
            <a:off x="3781838" y="2223326"/>
            <a:ext cx="261160" cy="2543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01517FD-60F4-5D4D-2D5A-6D04CAE76B29}"/>
              </a:ext>
            </a:extLst>
          </p:cNvPr>
          <p:cNvSpPr/>
          <p:nvPr/>
        </p:nvSpPr>
        <p:spPr>
          <a:xfrm>
            <a:off x="4371200" y="2223326"/>
            <a:ext cx="261160" cy="2543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AB71ECE-5DAF-14CA-658B-BB307B69B17A}"/>
              </a:ext>
            </a:extLst>
          </p:cNvPr>
          <p:cNvSpPr/>
          <p:nvPr/>
        </p:nvSpPr>
        <p:spPr>
          <a:xfrm>
            <a:off x="4960562" y="2223326"/>
            <a:ext cx="261160" cy="2543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042CDBE-38E2-763B-802A-5D3F7A249DD9}"/>
              </a:ext>
            </a:extLst>
          </p:cNvPr>
          <p:cNvSpPr/>
          <p:nvPr/>
        </p:nvSpPr>
        <p:spPr>
          <a:xfrm>
            <a:off x="5549924" y="2223326"/>
            <a:ext cx="261160" cy="2543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1EEF921-DFF2-8A06-B362-2929AC682ECC}"/>
              </a:ext>
            </a:extLst>
          </p:cNvPr>
          <p:cNvSpPr/>
          <p:nvPr/>
        </p:nvSpPr>
        <p:spPr>
          <a:xfrm>
            <a:off x="6139285" y="2223326"/>
            <a:ext cx="261160" cy="2543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69EC330-48FB-966C-6A9F-8E0CD34DB149}"/>
              </a:ext>
            </a:extLst>
          </p:cNvPr>
          <p:cNvCxnSpPr>
            <a:stCxn id="10" idx="0"/>
            <a:endCxn id="10" idx="2"/>
          </p:cNvCxnSpPr>
          <p:nvPr/>
        </p:nvCxnSpPr>
        <p:spPr>
          <a:xfrm>
            <a:off x="4218904" y="1970113"/>
            <a:ext cx="0" cy="379926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AB58AA-AF7C-3DF7-CD45-EA852F42C870}"/>
              </a:ext>
            </a:extLst>
          </p:cNvPr>
          <p:cNvSpPr txBox="1"/>
          <p:nvPr/>
        </p:nvSpPr>
        <p:spPr>
          <a:xfrm>
            <a:off x="3453637" y="2725033"/>
            <a:ext cx="765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</a:t>
            </a:r>
            <a:r>
              <a:rPr lang="en-US" dirty="0"/>
              <a:t> = 8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724443-B5BA-42F9-E04A-FD678D319D2C}"/>
              </a:ext>
            </a:extLst>
          </p:cNvPr>
          <p:cNvCxnSpPr>
            <a:endCxn id="10" idx="0"/>
          </p:cNvCxnSpPr>
          <p:nvPr/>
        </p:nvCxnSpPr>
        <p:spPr>
          <a:xfrm flipH="1">
            <a:off x="4218904" y="1374628"/>
            <a:ext cx="741658" cy="59548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23155B4-0006-A46B-2B9F-3B35E624EE08}"/>
              </a:ext>
            </a:extLst>
          </p:cNvPr>
          <p:cNvSpPr txBox="1"/>
          <p:nvPr/>
        </p:nvSpPr>
        <p:spPr>
          <a:xfrm>
            <a:off x="4906897" y="1189962"/>
            <a:ext cx="3268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Delay = (8-1)/2 = 3.5 samples</a:t>
            </a:r>
          </a:p>
        </p:txBody>
      </p:sp>
    </p:spTree>
    <p:extLst>
      <p:ext uri="{BB962C8B-B14F-4D97-AF65-F5344CB8AC3E}">
        <p14:creationId xmlns:p14="http://schemas.microsoft.com/office/powerpoint/2010/main" val="159219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J. Kootsookos</dc:creator>
  <cp:lastModifiedBy>Peter J. Kootsookos</cp:lastModifiedBy>
  <cp:revision>1</cp:revision>
  <dcterms:created xsi:type="dcterms:W3CDTF">2025-11-20T21:44:42Z</dcterms:created>
  <dcterms:modified xsi:type="dcterms:W3CDTF">2025-11-20T21:52:32Z</dcterms:modified>
</cp:coreProperties>
</file>